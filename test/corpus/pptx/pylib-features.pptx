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on the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Corpus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round-trip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2800">
                <a:solidFill>
                  <a:srgbClr val="2060A0"/>
                </a:solidFill>
              </a:rPr>
              <a:t>First point</a:t>
            </a:r>
          </a:p>
          <a:p>
            <a:pPr/>
            <a:r>
              <a:t>Second point</a:t>
            </a:r>
          </a:p>
          <a:p>
            <a:pPr lvl="1"/>
            <a:r>
              <a:t>Sub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18288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5029200" y="18288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18288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free text 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and table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71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